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9" d="100"/>
          <a:sy n="79" d="100"/>
        </p:scale>
        <p:origin x="798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BD0D06-AC9A-4E63-90A4-A3639328894E}" type="datetimeFigureOut">
              <a:rPr lang="es-MX" smtClean="0"/>
              <a:t>06/09/2026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CE21A5-93D8-424F-8AB9-F76760F5053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79260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CE21A5-93D8-424F-8AB9-F76760F5053D}" type="slidenum">
              <a:rPr lang="es-MX" smtClean="0"/>
              <a:t>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396096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9/6/2026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9/6/2026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9/6/2026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>
            <a:extLst>
              <a:ext uri="{FF2B5EF4-FFF2-40B4-BE49-F238E27FC236}">
                <a16:creationId xmlns:a16="http://schemas.microsoft.com/office/drawing/2014/main" id="{8D7C71FB-F457-65E1-A72F-B34CA07CABA5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174807" cy="137001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20" y="0"/>
            <a:ext cx="16256000" cy="910590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BC3BE936-DC6C-B73D-968C-83B5ACC646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88948" y="8229600"/>
            <a:ext cx="3067052" cy="87630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4F534E9E-CDA5-B831-47B9-9EFE6172434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24000" y="-33528"/>
            <a:ext cx="2032000" cy="87686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n 15">
            <a:extLst>
              <a:ext uri="{FF2B5EF4-FFF2-40B4-BE49-F238E27FC236}">
                <a16:creationId xmlns:a16="http://schemas.microsoft.com/office/drawing/2014/main" id="{F472451C-057C-473E-E97E-B1D410C7C2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3261"/>
            <a:ext cx="16256000" cy="9167261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D38CD51F-8BB9-9373-2F00-6F7C9E809EE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24000" y="0"/>
            <a:ext cx="2032000" cy="87686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0954481C-269A-58B0-2BE2-A31E59A0DB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258" y="0"/>
            <a:ext cx="16263257" cy="914400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D4C29A5B-8186-94E4-05A4-8E97B2D4192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24000" y="0"/>
            <a:ext cx="2032000" cy="87686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B0075830-DBE8-C9BB-359E-53553A3575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7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057B2E33-FAE7-4A6D-A5E1-150E9AE27B3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24000" y="0"/>
            <a:ext cx="2032000" cy="87686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EE63D33B-6885-3186-B762-862A462BE6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83"/>
          <a:stretch>
            <a:fillRect/>
          </a:stretch>
        </p:blipFill>
        <p:spPr>
          <a:xfrm>
            <a:off x="25400" y="0"/>
            <a:ext cx="16230600" cy="914400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1EF9FF8D-FE98-A17C-D96E-44D60491A1F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24000" y="0"/>
            <a:ext cx="2032000" cy="87686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68504327-0AA0-7B1D-8E9F-7E93F09A8B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13AFEDAE-1D91-AED5-ADDD-8049127812B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24000" y="0"/>
            <a:ext cx="2032000" cy="87686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D6B41878-B542-040D-5FBE-B29ABC852A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33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4A304217-A032-EA75-371C-B4FD1FAE45C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24000" y="0"/>
            <a:ext cx="2032000" cy="87686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24F7F937-49ED-8C15-67AE-C15AF65C6B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C9F5FDCB-72FF-03E6-1BC1-6C28AD962A4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24000" y="0"/>
            <a:ext cx="2032000" cy="87686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CF5F33F7-1B69-2486-0411-4A9152A7D6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C775A1AC-6DC5-3DCC-9AF5-AF1BA0BD154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24000" y="0"/>
            <a:ext cx="2032000" cy="87686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76D0E68A-1E99-18B3-41E2-779E61078B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52CC725F-89A5-686B-F22B-04C3BE6A825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24000" y="0"/>
            <a:ext cx="2032000" cy="87686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759F7275-9C5D-4C13-9AD5-F780FE806D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6256001" cy="914400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56A863EE-2E6E-AE82-689C-D01B329FAB1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24000" y="0"/>
            <a:ext cx="2032000" cy="87686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BA4FA1AD-52FC-1F7C-B9E4-ACFDFD71A5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6256000" cy="9144001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1C857EBE-BEDF-494E-09EA-60DFE058AF8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24000" y="0"/>
            <a:ext cx="2032000" cy="87686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8EDEE797-5115-4221-7B07-981FD3D1C7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6256001" cy="914400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8DF7AB86-1B3E-4CE2-A5B1-423E553FC29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24000" y="0"/>
            <a:ext cx="2032000" cy="87686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D140EFAF-274C-6CF4-5B03-391C54CA73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6303D6C3-F226-6871-E0EC-CCF51E64A0B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24000" y="0"/>
            <a:ext cx="2032000" cy="87686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293</TotalTime>
  <Words>1</Words>
  <Application>Microsoft Office PowerPoint</Application>
  <PresentationFormat>Personalizado</PresentationFormat>
  <Paragraphs>1</Paragraphs>
  <Slides>14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7" baseType="lpstr">
      <vt:lpstr>Aptos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PC-FRAN</cp:lastModifiedBy>
  <cp:revision>7</cp:revision>
  <dcterms:created xsi:type="dcterms:W3CDTF">2006-08-16T00:00:00Z</dcterms:created>
  <dcterms:modified xsi:type="dcterms:W3CDTF">2026-09-07T01:32:44Z</dcterms:modified>
</cp:coreProperties>
</file>